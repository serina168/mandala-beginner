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手牽手好朋友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拼貼（撕紙）</a:t>
            </a:r>
          </a:p>
        </p:txBody>
      </p:sp>
      <p:pic>
        <p:nvPicPr>
          <p:cNvPr id="9" name="Picture 8" descr="ref-work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9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你的好朋友，長什麼樣子呢？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口紅膠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聊聊我的好朋友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學用手指把紙撕出形狀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撕貼出『我』和『好朋友』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讓我們手牽著手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把每個人接起來，變成好朋友鏈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中間貼上愛心和小花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3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朋友和你不一樣的地方，為什麼你還是喜歡他？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