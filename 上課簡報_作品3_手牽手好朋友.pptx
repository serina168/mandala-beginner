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4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3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手牽手好朋友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拼貼（撕紙）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10/16 ・ 10/23（週五）</a:t>
            </a:r>
          </a:p>
        </p:txBody>
      </p:sp>
      <p:pic>
        <p:nvPicPr>
          <p:cNvPr id="9" name="Picture 8" descr="ref-work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D9E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你的好朋友，長什麼樣子呢？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口紅膠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（10/16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聊聊我的好朋友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學用手指把紙撕出形狀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撕貼出『我』和『好朋友』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4791456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6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791456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讓我們手牽著手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（10/23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把每個人接起來，變成好朋友鏈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中間貼上愛心和小花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5577840" cy="502920"/>
          </a:xfrm>
          <a:prstGeom prst="rect">
            <a:avLst/>
          </a:prstGeom>
          <a:solidFill>
            <a:srgbClr val="BCD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小一範例</a:t>
            </a:r>
          </a:p>
        </p:txBody>
      </p:sp>
      <p:pic>
        <p:nvPicPr>
          <p:cNvPr id="7" name="Picture 6" descr="work-03-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0"/>
            <a:ext cx="5577840" cy="41833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234440"/>
            <a:ext cx="5577840" cy="502920"/>
          </a:xfrm>
          <a:prstGeom prst="rect">
            <a:avLst/>
          </a:prstGeom>
          <a:solidFill>
            <a:srgbClr val="BCD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61872"/>
            <a:ext cx="5577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42A5F5"/>
                </a:solidFill>
                <a:latin typeface="微軟正黑體"/>
                <a:ea typeface="微軟正黑體"/>
                <a:cs typeface="微軟正黑體"/>
              </a:rPr>
              <a:t>小二範例</a:t>
            </a:r>
          </a:p>
        </p:txBody>
      </p:sp>
      <p:pic>
        <p:nvPicPr>
          <p:cNvPr id="10" name="Picture 9" descr="work-03-g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828800"/>
            <a:ext cx="5577840" cy="41833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朋友和你不一樣的地方，為什麼你還是喜歡他？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