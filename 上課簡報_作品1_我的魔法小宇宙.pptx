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9/4 ・ 9/11（週五）</a:t>
            </a:r>
          </a:p>
        </p:txBody>
      </p:sp>
      <p:pic>
        <p:nvPicPr>
          <p:cNvPr id="9" name="Picture 8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今天你的心情，是什麼顏色的星星呢？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圖畫紙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蠟筆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顏料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（9/4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先聊聊：我今天的心情顏色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看老師畫星空背景和星球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畫一顆專屬自己的魔法星球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在星球上放我喜歡的東西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（9/11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用白色顏料點上星星、流星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幫星球取一個名字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577840" cy="502920"/>
          </a:xfrm>
          <a:prstGeom prst="rect">
            <a:avLst/>
          </a:prstGeom>
          <a:solidFill>
            <a:srgbClr val="C5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小一範例</a:t>
            </a:r>
          </a:p>
        </p:txBody>
      </p:sp>
      <p:pic>
        <p:nvPicPr>
          <p:cNvPr id="7" name="Picture 6" descr="work-01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429768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234440"/>
            <a:ext cx="5577840" cy="502920"/>
          </a:xfrm>
          <a:prstGeom prst="rect">
            <a:avLst/>
          </a:prstGeom>
          <a:solidFill>
            <a:srgbClr val="C5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小二範例</a:t>
            </a:r>
          </a:p>
        </p:txBody>
      </p:sp>
      <p:pic>
        <p:nvPicPr>
          <p:cNvPr id="10" name="Picture 9" descr="work-01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875" y="1828800"/>
            <a:ext cx="4689929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住在你的星球上，是什麼感覺呢？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