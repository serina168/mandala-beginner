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7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1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我的魔法小宇宙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兒童繪畫</a:t>
            </a:r>
          </a:p>
        </p:txBody>
      </p:sp>
      <p:pic>
        <p:nvPicPr>
          <p:cNvPr id="9" name="Picture 8" descr="ref-work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DED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今天你的心情，是什麼顏色的星星呢？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圖畫紙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蠟筆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顏料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水彩筆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先聊聊：我今天的心情顏色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看老師畫星空背景和星球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畫一顆專屬自己的魔法星球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791456"/>
            <a:ext cx="868680" cy="868680"/>
          </a:xfrm>
          <a:prstGeom prst="ellipse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6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791456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在星球上放我喜歡的東西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用白色顏料點上星星、流星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幫星球取一個名字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pic>
        <p:nvPicPr>
          <p:cNvPr id="5" name="Picture 4" descr="work-01-compar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住在你的星球上，是什麼感覺呢？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