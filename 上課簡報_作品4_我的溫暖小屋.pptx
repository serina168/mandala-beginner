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</p:txBody>
      </p:sp>
      <p:pic>
        <p:nvPicPr>
          <p:cNvPr id="9" name="Picture 8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家裡哪一個角落，讓你最安心？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寶特瓶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鈕扣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聊聊我最安心的角落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把寶特瓶做成牆壁、屋頂、門和窗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裝飾成我的小屋筆筒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讓它站得穩穩的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幫小屋上色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用色紙、鈕扣裝飾，放進鉛筆或珍貴小物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如果小屋會說話，它會怎麼安慰你？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4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