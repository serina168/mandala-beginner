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EF7043"/>
                </a:solidFill>
                <a:latin typeface="微軟正黑體"/>
                <a:ea typeface="微軟正黑體"/>
                <a:cs typeface="微軟正黑體"/>
              </a:rPr>
              <a:t>今天我們要一起做～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852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999999"/>
                </a:solidFill>
                <a:latin typeface="微軟正黑體"/>
                <a:ea typeface="微軟正黑體"/>
                <a:cs typeface="微軟正黑體"/>
              </a:rPr>
              <a:t>作品 4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我的溫暖小屋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54864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EF7043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8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紙黏土＋多媒材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EF7043"/>
                </a:solidFill>
                <a:latin typeface="微軟正黑體"/>
                <a:ea typeface="微軟正黑體"/>
                <a:cs typeface="微軟正黑體"/>
              </a:rPr>
              <a:t>上課日期：</a:t>
            </a:r>
            <a:r>
              <a:rPr sz="18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10/30 ・ 11/6（週五）</a:t>
            </a:r>
          </a:p>
        </p:txBody>
      </p:sp>
      <p:pic>
        <p:nvPicPr>
          <p:cNvPr id="9" name="Picture 8" descr="ref-work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586" y="502920"/>
            <a:ext cx="470262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先聊一聊～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FBE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4000" b="1">
                <a:solidFill>
                  <a:srgbClr val="EF7043"/>
                </a:solidFill>
                <a:latin typeface="微軟正黑體"/>
                <a:ea typeface="微軟正黑體"/>
                <a:cs typeface="微軟正黑體"/>
              </a:rPr>
              <a:t>家裡哪一個角落，讓你最安心？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我們要用的材料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紙黏土</a:t>
            </a:r>
          </a:p>
        </p:txBody>
      </p:sp>
      <p:sp>
        <p:nvSpPr>
          <p:cNvPr id="7" name="Rectangle 6"/>
          <p:cNvSpPr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小紙盒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鈕扣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顏料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微軟正黑體"/>
                <a:ea typeface="微軟正黑體"/>
                <a:cs typeface="微軟正黑體"/>
              </a:rPr>
              <a:t>（老師會先示範給大家看喔！）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第一次上課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>（10/30 週五）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聊聊我最安心的角落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學做牆壁、屋頂、門和窗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712464"/>
            <a:ext cx="868680" cy="868680"/>
          </a:xfrm>
          <a:prstGeom prst="ellipse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712464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搭出我的小屋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791456"/>
            <a:ext cx="868680" cy="868680"/>
          </a:xfrm>
          <a:prstGeom prst="ellipse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91456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791456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讓它站得穩穩的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第二次上課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>（11/6 週五）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幫小屋上色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用鈕扣、押花裝飾，放進珍貴小物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看看別的小朋友做的～</a:t>
            </a:r>
          </a:p>
        </p:txBody>
      </p:sp>
      <p:pic>
        <p:nvPicPr>
          <p:cNvPr id="5" name="Picture 4" descr="work-04-compa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一起想一想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38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如果小屋會說話，它會怎麼安慰你？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44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我們完成了！　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一起把桌子收拾乾淨、工具放回家，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再跟大家分享：我最喜歡自己作品的哪裡？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