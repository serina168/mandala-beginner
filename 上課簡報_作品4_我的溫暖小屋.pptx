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紙黏土＋多媒材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10/30 ・ 11/6（週五）</a:t>
            </a:r>
          </a:p>
        </p:txBody>
      </p:sp>
      <p:pic>
        <p:nvPicPr>
          <p:cNvPr id="9" name="Picture 8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家裡哪一個角落，讓你最安心？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小紙盒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鈕扣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（10/30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聊聊我最安心的角落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學做牆壁、屋頂、門和窗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搭出我的小屋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讓它站得穩穩的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（11/6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幫小屋上色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用鈕扣、押花裝飾，放進珍貴小物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577840" cy="502920"/>
          </a:xfrm>
          <a:prstGeom prst="rect">
            <a:avLst/>
          </a:prstGeom>
          <a:solidFill>
            <a:srgbClr val="F9C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小一範例</a:t>
            </a:r>
          </a:p>
        </p:txBody>
      </p:sp>
      <p:pic>
        <p:nvPicPr>
          <p:cNvPr id="7" name="Picture 6" descr="work-04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234440"/>
            <a:ext cx="5577840" cy="502920"/>
          </a:xfrm>
          <a:prstGeom prst="rect">
            <a:avLst/>
          </a:prstGeom>
          <a:solidFill>
            <a:srgbClr val="F9C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小二範例</a:t>
            </a:r>
          </a:p>
        </p:txBody>
      </p:sp>
      <p:pic>
        <p:nvPicPr>
          <p:cNvPr id="10" name="Picture 9" descr="work-04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如果小屋會說話，它會怎麼安慰你？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