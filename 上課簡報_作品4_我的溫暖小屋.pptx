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4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我的溫暖小屋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寶特瓶＋多媒材</a:t>
            </a:r>
          </a:p>
        </p:txBody>
      </p:sp>
      <p:pic>
        <p:nvPicPr>
          <p:cNvPr id="9" name="Picture 8" descr="ref-work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B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家裡哪一個角落，讓你最安心？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寶特瓶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鈕扣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顏料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聊聊我最安心的角落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把寶特瓶做成牆壁、屋頂、門和窗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裝飾成我的小屋筆筒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791456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91456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讓它站得穩穩的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幫小屋上色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用色紙、鈕扣裝飾，放進鉛筆或珍貴小物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5B3A8E"/>
                </a:solidFill>
              </a:rPr>
              <a:t>🔧 製作步驟（圖解）</a:t>
            </a:r>
          </a:p>
        </p:txBody>
      </p:sp>
      <p:pic>
        <p:nvPicPr>
          <p:cNvPr id="3" name="Picture 2" descr="work-04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27" y="1600200"/>
            <a:ext cx="11521440" cy="4215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4-compa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如果小屋會說話，它會怎麼安慰你？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