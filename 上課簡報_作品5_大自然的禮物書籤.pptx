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4" r:id="rId15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5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大自然的禮物書籤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押花＋繪畫</a:t>
            </a:r>
          </a:p>
        </p:txBody>
      </p:sp>
      <p:pic>
        <p:nvPicPr>
          <p:cNvPr id="9" name="Picture 8" descr="ref-work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EEE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大自然送過你什麼禮物呢？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書籤卡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水彩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押花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緞帶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到大自然尋寶（撿葉子、小花）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認識押花：花為什麼變平了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畫出我最喜歡的季節顏色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把押花排好、貼上去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護貝、綁上緞帶就完成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5-compa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這朵花換一種方式陪著你，你想對它說什麼？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5B3A8E"/>
                </a:solidFill>
              </a:rPr>
              <a:t>🔧 製作步驟（圖解）</a:t>
            </a:r>
          </a:p>
        </p:txBody>
      </p:sp>
      <p:pic>
        <p:nvPicPr>
          <p:cNvPr id="3" name="Picture 2" descr="work-05-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600200"/>
            <a:ext cx="11521440" cy="4215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