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大自然的禮物書籤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押花＋繪畫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上課日期：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11/13 ・ 11/20（週五）</a:t>
            </a:r>
          </a:p>
        </p:txBody>
      </p:sp>
      <p:pic>
        <p:nvPicPr>
          <p:cNvPr id="9" name="Picture 8" descr="ref-work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EEE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大自然送過你什麼禮物呢？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書籤卡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水彩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緞帶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（11/13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到大自然尋寶（撿葉子、小花）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認識押花：花為什麼變平了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畫出我最喜歡的季節顏色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>（11/20 週五）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把押花排好、貼上去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護貝、綁上緞帶就完成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5577840" cy="502920"/>
          </a:xfrm>
          <a:prstGeom prst="rect">
            <a:avLst/>
          </a:prstGeom>
          <a:solidFill>
            <a:srgbClr val="E1D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5577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小一範例</a:t>
            </a:r>
          </a:p>
        </p:txBody>
      </p:sp>
      <p:pic>
        <p:nvPicPr>
          <p:cNvPr id="7" name="Picture 6" descr="work-05-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828800"/>
            <a:ext cx="5372100" cy="4297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234440"/>
            <a:ext cx="5577840" cy="502920"/>
          </a:xfrm>
          <a:prstGeom prst="rect">
            <a:avLst/>
          </a:prstGeom>
          <a:solidFill>
            <a:srgbClr val="E1D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61872"/>
            <a:ext cx="5577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小二範例</a:t>
            </a:r>
          </a:p>
        </p:txBody>
      </p:sp>
      <p:pic>
        <p:nvPicPr>
          <p:cNvPr id="10" name="Picture 9" descr="work-05-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90" y="1828800"/>
            <a:ext cx="53721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這朵花換一種方式陪著你，你想對它說什麼？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