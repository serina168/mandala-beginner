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11/13 ・ 11/20（週五）</a:t>
            </a:r>
          </a:p>
        </p:txBody>
      </p:sp>
      <p:pic>
        <p:nvPicPr>
          <p:cNvPr id="9" name="Picture 8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大自然送過你什麼禮物呢？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書籤卡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緞帶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（11/13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到大自然尋寶（撿葉子、小花）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認識押花：花為什麼變平了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畫出我最喜歡的季節顏色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（11/20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把押花排好、貼上去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護貝、綁上緞帶就完成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5-compa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這朵花換一種方式陪著你，你想對它說什麼？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