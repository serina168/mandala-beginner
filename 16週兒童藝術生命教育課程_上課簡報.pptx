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🌱 我的生命花園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0">
                <a:solidFill>
                  <a:srgbClr val="EDE7FF"/>
                </a:solidFill>
                <a:latin typeface="微軟正黑體"/>
                <a:ea typeface="微軟正黑體"/>
                <a:cs typeface="微軟正黑體"/>
              </a:rPr>
              <a:t>16 週兒童藝術 × 生命教育課程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3931920"/>
            <a:ext cx="6126480" cy="1737360"/>
          </a:xfrm>
          <a:prstGeom prst="rect">
            <a:avLst/>
          </a:prstGeom>
          <a:solidFill>
            <a:srgbClr val="6A5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069080"/>
            <a:ext cx="576072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適用：國小一、二年級（6–8 歲）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週．每週 2 小時．8 件作品（每件 2 堂課 4 小時）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媒材：紙黏土・兒童繪畫・押花・拼貼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上課用簡報 ｜ 教師版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小一範例（單一星球・造型簡單）</a:t>
            </a:r>
          </a:p>
        </p:txBody>
      </p:sp>
      <p:pic>
        <p:nvPicPr>
          <p:cNvPr id="7" name="Picture 6" descr="work-01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429768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小二範例（太空人・火箭・多星球）</a:t>
            </a:r>
          </a:p>
        </p:txBody>
      </p:sp>
      <p:pic>
        <p:nvPicPr>
          <p:cNvPr id="10" name="Picture 9" descr="work-01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875" y="1828800"/>
            <a:ext cx="4689929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小一範例（盆身單純・幾朵小花）</a:t>
            </a:r>
          </a:p>
        </p:txBody>
      </p:sp>
      <p:pic>
        <p:nvPicPr>
          <p:cNvPr id="7" name="Picture 6" descr="work-02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小二範例（藤蔓・石門・蘑菇細節）</a:t>
            </a:r>
          </a:p>
        </p:txBody>
      </p:sp>
      <p:pic>
        <p:nvPicPr>
          <p:cNvPr id="10" name="Picture 9" descr="work-02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小一範例（兩人手牽手・構圖單純）</a:t>
            </a:r>
          </a:p>
        </p:txBody>
      </p:sp>
      <p:pic>
        <p:nvPicPr>
          <p:cNvPr id="7" name="Picture 6" descr="work-03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小二範例（五人友誼鏈・更熱鬧）</a:t>
            </a:r>
          </a:p>
        </p:txBody>
      </p:sp>
      <p:pic>
        <p:nvPicPr>
          <p:cNvPr id="10" name="Picture 9" descr="work-03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示範做牆、屋頂、門、窗（結構加固）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搭出自己的小屋外型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小一範例（紅頂小屋・結構穩固）</a:t>
            </a:r>
          </a:p>
        </p:txBody>
      </p:sp>
      <p:pic>
        <p:nvPicPr>
          <p:cNvPr id="7" name="Picture 6" descr="work-04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小二範例（百葉窗・藤蔓・細節多）</a:t>
            </a:r>
          </a:p>
        </p:txBody>
      </p:sp>
      <p:pic>
        <p:nvPicPr>
          <p:cNvPr id="10" name="Picture 9" descr="work-04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小一範例（漸層底色・幾朵押花）</a:t>
            </a:r>
          </a:p>
        </p:txBody>
      </p:sp>
      <p:pic>
        <p:nvPicPr>
          <p:cNvPr id="7" name="Picture 6" descr="work-05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小二範例（層次豐富・加流蘇）</a:t>
            </a:r>
          </a:p>
        </p:txBody>
      </p:sp>
      <p:pic>
        <p:nvPicPr>
          <p:cNvPr id="10" name="Picture 9" descr="work-05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小一範例（單一小丑魚・大塊面）</a:t>
            </a:r>
          </a:p>
        </p:txBody>
      </p:sp>
      <p:pic>
        <p:nvPicPr>
          <p:cNvPr id="7" name="Picture 6" descr="work-06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73" y="1828800"/>
            <a:ext cx="2737453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小二範例（海龜鯨魚章魚・多生物）</a:t>
            </a:r>
          </a:p>
        </p:txBody>
      </p:sp>
      <p:pic>
        <p:nvPicPr>
          <p:cNvPr id="10" name="Picture 9" descr="work-06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繪本《好餓的毛毛蟲》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小一範例（三階段清楚・押花翅膀）</a:t>
            </a:r>
          </a:p>
        </p:txBody>
      </p:sp>
      <p:pic>
        <p:nvPicPr>
          <p:cNvPr id="7" name="Picture 6" descr="work-07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小二範例（花葉層次滿・更細緻）</a:t>
            </a:r>
          </a:p>
        </p:txBody>
      </p:sp>
      <p:pic>
        <p:nvPicPr>
          <p:cNvPr id="10" name="Picture 9" descr="work-07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小一範例（根幹花果・根部清楚）</a:t>
            </a:r>
          </a:p>
        </p:txBody>
      </p:sp>
      <p:pic>
        <p:nvPicPr>
          <p:cNvPr id="7" name="Picture 6" descr="work-08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小二範例（樹下加上支撐我的家人）</a:t>
            </a:r>
          </a:p>
        </p:txBody>
      </p:sp>
      <p:pic>
        <p:nvPicPr>
          <p:cNvPr id="10" name="Picture 9" descr="work-08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