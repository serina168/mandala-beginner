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2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29.jpg"/><Relationship Id="rId5" Type="http://schemas.openxmlformats.org/officeDocument/2006/relationships/image" Target="../media/image3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3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3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🌱 我的生命花園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0">
                <a:solidFill>
                  <a:srgbClr val="EDE7FF"/>
                </a:solidFill>
                <a:latin typeface="微軟正黑體"/>
                <a:ea typeface="微軟正黑體"/>
                <a:cs typeface="微軟正黑體"/>
              </a:rPr>
              <a:t>16 週兒童藝術 × 生命教育課程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3931920"/>
            <a:ext cx="6126480" cy="1737360"/>
          </a:xfrm>
          <a:prstGeom prst="rect">
            <a:avLst/>
          </a:prstGeom>
          <a:solidFill>
            <a:srgbClr val="6A5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069080"/>
            <a:ext cx="576072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適用：國小一、二年級（6–8 歲）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週．每週 2 小時．8 件作品（每件 2 堂課 4 小時）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媒材：紙黏土・兒童繪畫・押花・拼貼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上課用簡報 ｜ 教師版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pic>
        <p:nvPicPr>
          <p:cNvPr id="5" name="Picture 4" descr="work-01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pic>
        <p:nvPicPr>
          <p:cNvPr id="5" name="Picture 4" descr="work-02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pic>
        <p:nvPicPr>
          <p:cNvPr id="5" name="Picture 4" descr="work-03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示範剪寶特瓶、包屋頂、做門窗（老師代剪）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把寶特瓶裝飾成小屋外型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pic>
        <p:nvPicPr>
          <p:cNvPr id="5" name="Picture 4" descr="work-06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看毛毛蟲變蝴蝶短片（或老師口述故事）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學生作品範例（小一／小二）</a:t>
            </a:r>
          </a:p>
        </p:txBody>
      </p:sp>
      <p:pic>
        <p:nvPicPr>
          <p:cNvPr id="5" name="Picture 4" descr="work-08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