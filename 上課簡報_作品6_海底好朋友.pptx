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B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6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海底好朋友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紙黏土＋繪畫</a:t>
            </a:r>
          </a:p>
        </p:txBody>
      </p:sp>
      <p:pic>
        <p:nvPicPr>
          <p:cNvPr id="9" name="Picture 8" descr="ref-work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CCE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如果海裡都是垃圾，小魚會怎麼樣？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水彩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紙黏土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白膠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圖畫紙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聊聊海洋和牠的朋友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畫藍藍的海做背景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捏小魚、海龜和珊瑚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幫海洋朋友上色、貼上去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加上泡泡，說一件環保小事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6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小魚迷路了，你的畫裡哪裡可以當牠的家？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