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B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5852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今天我們要一起做～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852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999999"/>
                </a:solidFill>
                <a:latin typeface="微軟正黑體"/>
                <a:ea typeface="微軟正黑體"/>
                <a:cs typeface="微軟正黑體"/>
              </a:rPr>
              <a:t>作品 6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6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海底好朋友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57600"/>
            <a:ext cx="548640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794760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8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紙黏土＋繪畫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上課日期：</a:t>
            </a:r>
            <a:r>
              <a:rPr sz="18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11/27 ・ 12/4（週五）</a:t>
            </a:r>
          </a:p>
        </p:txBody>
      </p:sp>
      <p:pic>
        <p:nvPicPr>
          <p:cNvPr id="9" name="Picture 8" descr="ref-work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7586" y="502920"/>
            <a:ext cx="4702629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先聊一聊～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CCEB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4000" b="1">
                <a:solidFill>
                  <a:srgbClr val="039BE5"/>
                </a:solidFill>
                <a:latin typeface="微軟正黑體"/>
                <a:ea typeface="微軟正黑體"/>
                <a:cs typeface="微軟正黑體"/>
              </a:rPr>
              <a:t>如果海裡都是垃圾，小魚會怎麼樣？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我們要用的材料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水彩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紙黏土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白膠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圖畫紙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888888"/>
                </a:solidFill>
                <a:latin typeface="微軟正黑體"/>
                <a:ea typeface="微軟正黑體"/>
                <a:cs typeface="微軟正黑體"/>
              </a:rPr>
              <a:t>（老師會先示範給大家看喔！）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第一次上課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>（11/27 週五）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聊聊海洋和牠的朋友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畫藍藍的海做背景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712464"/>
            <a:ext cx="868680" cy="868680"/>
          </a:xfrm>
          <a:prstGeom prst="ellipse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12464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712464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捏小魚、海龜和珊瑚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第二次上課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>（12/4 週五）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幫海洋朋友上色、貼上去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加上泡泡，說一件環保小事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看看別的小朋友做的～</a:t>
            </a:r>
          </a:p>
        </p:txBody>
      </p:sp>
      <p:pic>
        <p:nvPicPr>
          <p:cNvPr id="5" name="Picture 4" descr="work-06-compa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6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一起想一想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FFF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38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小魚迷路了，你的畫裡哪裡可以當牠的家？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39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327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44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我們完成了！　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一起把桌子收拾乾淨、工具放回家，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再跟大家分享：我最喜歡自己作品的哪裡？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