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B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6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海底好朋友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紙黏土＋繪畫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上課日期：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11/27 ・ 12/4（週五）</a:t>
            </a:r>
          </a:p>
        </p:txBody>
      </p:sp>
      <p:pic>
        <p:nvPicPr>
          <p:cNvPr id="9" name="Picture 8" descr="ref-work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CCE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如果海裡都是垃圾，小魚會怎麼樣？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水彩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圖畫紙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（11/27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聊聊海洋和牠的朋友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畫藍藍的海做背景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捏小魚、海龜和珊瑚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（12/4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幫海洋朋友上色、貼上去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加上泡泡，說一件環保小事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34440"/>
            <a:ext cx="5577840" cy="502920"/>
          </a:xfrm>
          <a:prstGeom prst="rect">
            <a:avLst/>
          </a:prstGeom>
          <a:solidFill>
            <a:srgbClr val="A6D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小一範例</a:t>
            </a:r>
          </a:p>
        </p:txBody>
      </p:sp>
      <p:pic>
        <p:nvPicPr>
          <p:cNvPr id="7" name="Picture 6" descr="work-06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673" y="1828800"/>
            <a:ext cx="2737453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234440"/>
            <a:ext cx="5577840" cy="502920"/>
          </a:xfrm>
          <a:prstGeom prst="rect">
            <a:avLst/>
          </a:prstGeom>
          <a:solidFill>
            <a:srgbClr val="A6D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小二範例</a:t>
            </a:r>
          </a:p>
        </p:txBody>
      </p:sp>
      <p:pic>
        <p:nvPicPr>
          <p:cNvPr id="10" name="Picture 9" descr="work-06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小魚迷路了，你的畫裡哪裡可以當牠的家？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