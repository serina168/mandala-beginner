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4" r:id="rId15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7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毛毛蟲變蝴蝶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拼貼＋押花</a:t>
            </a:r>
          </a:p>
        </p:txBody>
      </p:sp>
      <p:pic>
        <p:nvPicPr>
          <p:cNvPr id="9" name="Picture 8" descr="ref-work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B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毛毛蟲要怎麼才能變成蝴蝶呢？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色紙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押花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白膠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底紙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看毛毛蟲變蝴蝶的短片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用圓形色紙拼出毛毛蟲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做一個小小的繭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用押花做蝴蝶的翅膀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完成毛毛蟲→繭→蝴蝶的故事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7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你最近有沒有，也需要勇氣、正在努力長大的事？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5B3A8E"/>
                </a:solidFill>
              </a:rPr>
              <a:t>🔧 製作步驟（圖解）</a:t>
            </a:r>
          </a:p>
        </p:txBody>
      </p:sp>
      <p:pic>
        <p:nvPicPr>
          <p:cNvPr id="3" name="Picture 2" descr="work-07-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600200"/>
            <a:ext cx="11521440" cy="4215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