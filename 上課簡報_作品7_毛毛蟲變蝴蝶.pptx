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7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毛毛蟲變蝴蝶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拼貼＋押花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12/11 ・ 12/18（週五）</a:t>
            </a:r>
          </a:p>
        </p:txBody>
      </p:sp>
      <p:pic>
        <p:nvPicPr>
          <p:cNvPr id="9" name="Picture 8" descr="ref-work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B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毛毛蟲要怎麼才能變成蝴蝶呢？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（12/11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聽《好餓的毛毛蟲》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用圓形色紙拼出毛毛蟲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做一個小小的繭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（12/18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用押花做蝴蝶的翅膀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完成毛毛蟲→繭→蝴蝶的故事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5577840" cy="502920"/>
          </a:xfrm>
          <a:prstGeom prst="rect">
            <a:avLst/>
          </a:prstGeom>
          <a:solidFill>
            <a:srgbClr val="F8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小一範例</a:t>
            </a:r>
          </a:p>
        </p:txBody>
      </p:sp>
      <p:pic>
        <p:nvPicPr>
          <p:cNvPr id="7" name="Picture 6" descr="work-07-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5577840" cy="41833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234440"/>
            <a:ext cx="5577840" cy="502920"/>
          </a:xfrm>
          <a:prstGeom prst="rect">
            <a:avLst/>
          </a:prstGeom>
          <a:solidFill>
            <a:srgbClr val="F8C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61872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小二範例</a:t>
            </a:r>
          </a:p>
        </p:txBody>
      </p:sp>
      <p:pic>
        <p:nvPicPr>
          <p:cNvPr id="10" name="Picture 9" descr="work-07-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577840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你最近有沒有，也需要勇氣、正在努力長大的事？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