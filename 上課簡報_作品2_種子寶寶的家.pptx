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種子寶寶的家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紙黏土＋押花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上課日期：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9/18 ・ 10/2（週五）</a:t>
            </a:r>
          </a:p>
        </p:txBody>
      </p:sp>
      <p:pic>
        <p:nvPicPr>
          <p:cNvPr id="9" name="Picture 8" descr="ref-work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E4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一顆小小的種子，會長成什麼呢？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黏土工具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（9/18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聽一個種子旅行的故事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學搓圓、壓扁、捏小巢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捏一個種子寶寶的家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捏一顆有表情的種子寶寶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（10/2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乾乾的黏土，乾刷上色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用押花裝飾，幫寶寶取名字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2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你的種子寶寶，正在等待長成什麼？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