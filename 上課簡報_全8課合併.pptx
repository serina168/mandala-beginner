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6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我的魔法小宇宙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兒童繪畫</a:t>
            </a:r>
          </a:p>
        </p:txBody>
      </p:sp>
      <p:pic>
        <p:nvPicPr>
          <p:cNvPr id="9" name="Picture 8" descr="ref-work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E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今天你的心情，是什麼顏色的星星呢？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圖畫紙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蠟筆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先聊聊：我今天的心情顏色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看老師畫星空背景和星球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畫一顆專屬自己的魔法星球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在星球上放我喜歡的東西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用白色顏料點上星星、流星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幫星球取一個名字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1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1-comp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住在你的星球上，是什麼感覺呢？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種子寶寶的家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紙黏土＋押花</a:t>
            </a:r>
          </a:p>
        </p:txBody>
      </p:sp>
      <p:pic>
        <p:nvPicPr>
          <p:cNvPr id="9" name="Picture 8" descr="ref-work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E4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一顆小小的種子，會長成什麼呢？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黏土工具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聽一個種子旅行的故事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學搓圓、壓扁、捏小巢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捏一個種子寶寶的家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捏一顆有表情的種子寶寶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乾乾的黏土，乾刷上色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用押花裝飾，幫寶寶取名字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2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2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你的種子寶寶，正在等待長成什麼？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手牽手好朋友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拼貼（撕紙）</a:t>
            </a:r>
          </a:p>
        </p:txBody>
      </p:sp>
      <p:pic>
        <p:nvPicPr>
          <p:cNvPr id="9" name="Picture 8" descr="ref-work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9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你的好朋友，長什麼樣子呢？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口紅膠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聊聊我的好朋友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學用手指把紙撕出形狀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撕貼出『我』和『好朋友』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讓我們手牽著手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把每個人接起來，變成好朋友鏈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中間貼上愛心和小花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3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3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朋友和你不一樣的地方，為什麼你還是喜歡他？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我的溫暖小屋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寶特瓶＋多媒材</a:t>
            </a:r>
          </a:p>
        </p:txBody>
      </p:sp>
      <p:pic>
        <p:nvPicPr>
          <p:cNvPr id="9" name="Picture 8" descr="ref-work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B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家裡哪一個角落，讓你最安心？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寶特瓶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鈕扣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聊聊我最安心的角落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把寶特瓶做成牆壁、屋頂、門和窗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裝飾成我的小屋筆筒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791456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91456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讓它站得穩穩的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幫小屋上色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用色紙、鈕扣裝飾，放進鉛筆或珍貴小物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4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4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如果小屋會說話，它會怎麼安慰你？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大自然的禮物書籤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押花＋繪畫</a:t>
            </a:r>
          </a:p>
        </p:txBody>
      </p:sp>
      <p:pic>
        <p:nvPicPr>
          <p:cNvPr id="9" name="Picture 8" descr="ref-work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EEE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大自然送過你什麼禮物呢？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書籤卡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緞帶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到大自然尋寶（撿葉子、小花）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認識押花：花為什麼變平了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畫出我最喜歡的季節顏色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把押花排好、貼上去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護貝、綁上緞帶就完成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5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5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這朵花換一種方式陪著你，你想對它說什麼？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海底好朋友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紙黏土＋繪畫</a:t>
            </a:r>
          </a:p>
        </p:txBody>
      </p:sp>
      <p:pic>
        <p:nvPicPr>
          <p:cNvPr id="9" name="Picture 8" descr="ref-work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C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如果海裡都是垃圾，小魚會怎麼樣？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圖畫紙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聊聊海洋和牠的朋友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畫藍藍的海做背景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捏小魚、海龜和珊瑚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幫海洋朋友上色、貼上去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加上泡泡，說一件環保小事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6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6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小魚迷路了，你的畫裡哪裡可以當牠的家？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7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毛毛蟲變蝴蝶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拼貼＋押花</a:t>
            </a:r>
          </a:p>
        </p:txBody>
      </p:sp>
      <p:pic>
        <p:nvPicPr>
          <p:cNvPr id="9" name="Picture 8" descr="ref-work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B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毛毛蟲要怎麼才能變成蝴蝶呢？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底紙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看毛毛蟲變蝴蝶的短片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用圓形色紙拼出毛毛蟲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做一個小小的繭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用押花做蝴蝶的翅膀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完成毛毛蟲→繭→蝴蝶的故事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7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7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你最近有沒有，也需要勇氣、正在努力長大的事？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我的生命樹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全混合媒材</a:t>
            </a:r>
          </a:p>
        </p:txBody>
      </p:sp>
      <p:pic>
        <p:nvPicPr>
          <p:cNvPr id="9" name="Picture 8" descr="ref-work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D9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想一想，這學期你長大了什麼？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-624992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624992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厚卡</a:t>
            </a:r>
          </a:p>
        </p:txBody>
      </p:sp>
      <p:sp>
        <p:nvSpPr>
          <p:cNvPr id="7" name="Rectangle 6"/>
          <p:cNvSpPr/>
          <p:nvPr/>
        </p:nvSpPr>
        <p:spPr>
          <a:xfrm>
            <a:off x="21182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82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顏料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14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14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46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6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押花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47808" y="2286000"/>
            <a:ext cx="2468880" cy="2194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47808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色紙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看看這學期的作品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畫出大樹的根、樹幹和樹枝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在樹根寫上『支撐我的人』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用押花當樹葉和花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用黏土做果實，寫上我的夢想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8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8-comp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你的樹根上有誰？果實上想許什麼願望？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