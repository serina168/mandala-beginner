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4F1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5852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今天我們要一起做～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999999"/>
                </a:solidFill>
                <a:latin typeface="微軟正黑體"/>
                <a:ea typeface="微軟正黑體"/>
                <a:cs typeface="微軟正黑體"/>
              </a:rPr>
              <a:t>作品 8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6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我的生命樹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57600"/>
            <a:ext cx="54864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全混合媒材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上課日期：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1/8(116) ・ 1/15(116)（週五）</a:t>
            </a:r>
          </a:p>
        </p:txBody>
      </p:sp>
      <p:pic>
        <p:nvPicPr>
          <p:cNvPr id="9" name="Picture 8" descr="ref-work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586" y="502920"/>
            <a:ext cx="470262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先聊一聊～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D9E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40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想一想，這學期你長大了什麼？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我們要用的材料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-624992" y="2286000"/>
            <a:ext cx="2468880" cy="2194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-624992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厚卡</a:t>
            </a:r>
          </a:p>
        </p:txBody>
      </p:sp>
      <p:sp>
        <p:nvSpPr>
          <p:cNvPr id="7" name="Rectangle 6"/>
          <p:cNvSpPr/>
          <p:nvPr/>
        </p:nvSpPr>
        <p:spPr>
          <a:xfrm>
            <a:off x="2118208" y="2286000"/>
            <a:ext cx="2468880" cy="2194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18208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顏料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4861408" y="2286000"/>
            <a:ext cx="2468880" cy="2194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61408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紙黏土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4608" y="2286000"/>
            <a:ext cx="2468880" cy="2194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608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押花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47808" y="2286000"/>
            <a:ext cx="2468880" cy="2194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47808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色紙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888888"/>
                </a:solidFill>
                <a:latin typeface="微軟正黑體"/>
                <a:ea typeface="微軟正黑體"/>
                <a:cs typeface="微軟正黑體"/>
              </a:rPr>
              <a:t>（老師會先示範給大家看喔！）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第一次上課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>（1/8(116) 週五）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看看這學期的作品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畫出大樹的根、樹幹和樹枝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712464"/>
            <a:ext cx="868680" cy="868680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12464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712464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在樹根寫上『支撐我的人』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第二次上課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>（1/15(116) 週五）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用押花當樹葉和花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用黏土做果實，寫上我的夢想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看看別的小朋友做的～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34440"/>
            <a:ext cx="5577840" cy="502920"/>
          </a:xfrm>
          <a:prstGeom prst="rect">
            <a:avLst/>
          </a:prstGeom>
          <a:solidFill>
            <a:srgbClr val="BDDD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61872"/>
            <a:ext cx="5577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小一範例</a:t>
            </a:r>
          </a:p>
        </p:txBody>
      </p:sp>
      <p:pic>
        <p:nvPicPr>
          <p:cNvPr id="7" name="Picture 6" descr="work-08-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828800"/>
            <a:ext cx="5372100" cy="4297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234440"/>
            <a:ext cx="5577840" cy="502920"/>
          </a:xfrm>
          <a:prstGeom prst="rect">
            <a:avLst/>
          </a:prstGeom>
          <a:solidFill>
            <a:srgbClr val="BDDD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261872"/>
            <a:ext cx="5577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小二範例</a:t>
            </a:r>
          </a:p>
        </p:txBody>
      </p:sp>
      <p:pic>
        <p:nvPicPr>
          <p:cNvPr id="10" name="Picture 9" descr="work-08-g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577840" cy="41833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一起想一想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38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你的樹根上有誰？果實上想許什麼願望？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44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我們完成了！　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一起把桌子收拾乾淨、工具放回家，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再跟大家分享：我最喜歡自己作品的哪裡？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