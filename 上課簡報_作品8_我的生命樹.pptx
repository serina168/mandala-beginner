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4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8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我的生命樹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全混合媒材</a:t>
            </a:r>
          </a:p>
        </p:txBody>
      </p:sp>
      <p:pic>
        <p:nvPicPr>
          <p:cNvPr id="9" name="Picture 8" descr="ref-work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D9E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想一想，這學期你長大了什麼？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-624992" y="2286000"/>
            <a:ext cx="2468880" cy="2194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-624992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厚卡</a:t>
            </a:r>
          </a:p>
        </p:txBody>
      </p:sp>
      <p:sp>
        <p:nvSpPr>
          <p:cNvPr id="7" name="Rectangle 6"/>
          <p:cNvSpPr/>
          <p:nvPr/>
        </p:nvSpPr>
        <p:spPr>
          <a:xfrm>
            <a:off x="2118208" y="2286000"/>
            <a:ext cx="2468880" cy="2194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18208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顏料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861408" y="2286000"/>
            <a:ext cx="2468880" cy="2194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61408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紙黏土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4608" y="2286000"/>
            <a:ext cx="2468880" cy="2194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608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押花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47808" y="2286000"/>
            <a:ext cx="2468880" cy="2194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47808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色紙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看看這學期的作品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畫出大樹的根、樹幹和樹枝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在樹根寫上『支撐我的人』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用押花當樹葉和花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用黏土做果實，寫上我的夢想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pic>
        <p:nvPicPr>
          <p:cNvPr id="5" name="Picture 4" descr="work-08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你的樹根上有誰？果實上想許什麼願望？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