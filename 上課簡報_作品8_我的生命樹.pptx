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F1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</a:t>
            </a:r>
          </a:p>
        </p:txBody>
      </p:sp>
      <p:pic>
        <p:nvPicPr>
          <p:cNvPr id="9" name="Picture 8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想一想，這學期你長大了什麼？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-624992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-624992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厚卡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21182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182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48614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14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46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6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47808" y="2286000"/>
            <a:ext cx="246888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47808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看看這學期的作品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畫出大樹的根、樹幹和樹枝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在樹根寫上『支撐我的人』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用押花當樹葉和花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用黏土做果實，寫上我的夢想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8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你的樹根上有誰？果實上想許什麼願望？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5B3A8E"/>
                </a:solidFill>
              </a:rPr>
              <a:t>🔧 製作步驟（圖解）</a:t>
            </a:r>
          </a:p>
        </p:txBody>
      </p:sp>
      <p:pic>
        <p:nvPicPr>
          <p:cNvPr id="3" name="Picture 2" descr="work-08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600200"/>
            <a:ext cx="11521440" cy="421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