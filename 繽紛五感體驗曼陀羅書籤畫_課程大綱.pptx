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66543"/>
            <a:ext cx="7589520" cy="1828800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48640"/>
            <a:ext cx="694944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53312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65376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114800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72484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01926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29065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796487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708" y="1371600"/>
            <a:ext cx="2330519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65965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8341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454" y="1371600"/>
            <a:ext cx="2839026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