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1828800"/>
            <a:ext cx="7223760" cy="2468880"/>
          </a:xfrm>
        </p:spPr>
        <p:txBody>
          <a:bodyPr wrap="square">
            <a:noAutofit/>
          </a:bodyPr>
          <a:lstStyle/>
          <a:p>
            <a:pPr algn="l">
              <a:lnSpc>
                <a:spcPct val="114000"/>
              </a:lnSpc>
              <a:spcAft>
                <a:spcPts val="500"/>
              </a:spcAft>
            </a:pPr>
            <a:br>
              <a:rPr lang="en-US" altLang="zh-TW" sz="5400" b="1" dirty="0">
                <a:solidFill>
                  <a:srgbClr val="7030A0"/>
                </a:solidFill>
              </a:rPr>
            </a:br>
            <a:r>
              <a:rPr lang="zh-TW" altLang="zh-TW" sz="4600" b="1" dirty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br>
              <a:rPr lang="en-US" altLang="zh-TW" sz="5400" b="1" dirty="0">
                <a:solidFill>
                  <a:srgbClr val="7030A0"/>
                </a:solidFill>
              </a:rPr>
            </a:br>
            <a:br>
              <a:rPr lang="zh-TW" altLang="zh-TW" sz="5400" dirty="0"/>
            </a:br>
            <a:r>
              <a:rPr lang="zh-TW" altLang="zh-TW" sz="4600" dirty="0" b="1">
                <a:solidFill>
                  <a:srgbClr val="F3EEE2"/>
                </a:solidFill>
                <a:latin typeface="微軟正黑體" panose="02020603050405020304" pitchFamily="18" charset="0"/>
                <a:ea typeface="微軟正黑體" panose="020B0604020202020204" pitchFamily="34" charset="0"/>
                <a:cs typeface="微軟正黑體"/>
              </a:rPr>
              <a:t>曼陀羅書籤畫・課程大綱</a:t>
            </a:r>
            <a:br>
              <a:rPr lang="zh-TW" altLang="zh-TW" sz="5400" dirty="0">
                <a:latin typeface="Times New Roman" panose="02020603050405020304" pitchFamily="18" charset="0"/>
              </a:rPr>
            </a:br>
            <a:endParaRPr lang="zh-TW" altLang="en-US" sz="540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645152"/>
            <a:ext cx="6400800" cy="1463040"/>
          </a:xfrm>
        </p:spPr>
        <p:txBody>
          <a:bodyPr wrap="square">
            <a:normAutofit/>
          </a:bodyPr>
          <a:lstStyle/>
          <a:p>
            <a:pPr algn="l">
              <a:lnSpc>
                <a:spcPct val="125000"/>
              </a:lnSpc>
            </a:pP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22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5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66928"/>
            <a:ext cx="841248" cy="84124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60120" y="1627632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437083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4681728"/>
            <a:ext cx="64008" cy="96012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30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t="1280" b="128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4691" r="146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rcRect l="17605" r="17605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rcRect l="11291" r="112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rcRect l="16163" r="1616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6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2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18863" r="1886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3443" r="134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rcRect l="26666" r="2666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rcRect t="16790" b="1679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82880" rIns="182880" tIns="128016" bIns="128016" wrap="square">
            <a:normAutofit/>
          </a:bodyPr>
          <a:lstStyle/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 sz="20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2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8141" r="2814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2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6724" r="16724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 marL="514350" indent="-514350">
              <a:lnSpc>
                <a:spcPct val="112000"/>
              </a:lnSpc>
              <a:spcAft>
                <a:spcPts val="400"/>
              </a:spcAft>
              <a:buAutoNum type="arabicPeriod"/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3657" r="3657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 sz="17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rcRect l="12866" r="1286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17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t="9543" b="95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3443" r="134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