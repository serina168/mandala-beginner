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29968"/>
            <a:ext cx="7223760" cy="1874519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25296" y="4983480"/>
            <a:ext cx="6400800" cy="822960"/>
          </a:xfrm>
        </p:spPr>
        <p:txBody>
          <a:bodyPr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2920"/>
            <a:ext cx="749808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35024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47088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041648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73659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4992624"/>
            <a:ext cx="64008" cy="566928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506313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60019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97249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99916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9358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56497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01269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23919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1、視覺色彩選擇 2、聽覺音樂引導 3、嗅覺精油輔助 以及 4、心感的內在覺察 5、觸覺引領，帶領學員進入專注創作的流動狀態。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17" y="1444752"/>
            <a:ext cx="2288300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93397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55773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86000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40408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4097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6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170" y="1444752"/>
            <a:ext cx="2787595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01269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86000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