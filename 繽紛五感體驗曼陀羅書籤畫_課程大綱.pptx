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jpg"/><Relationship Id="rId4" Type="http://schemas.openxmlformats.org/officeDocument/2006/relationships/image" Target="../media/image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png"/><Relationship Id="rId3" Type="http://schemas.openxmlformats.org/officeDocument/2006/relationships/image" Target="../media/image46.jpg"/><Relationship Id="rId4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cust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011680"/>
            <a:ext cx="12191695" cy="1828800"/>
          </a:xfrm>
        </p:spPr>
        <p:txBody>
          <a:bodyPr wrap="square">
            <a:no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ctr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1298448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318607" y="1792224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48640" y="1389888"/>
            <a:ext cx="8092440" cy="4992624"/>
          </a:xfrm>
          <a:noFill/>
          <a:ln>
            <a:noFill/>
          </a:ln>
          <a:effectLst/>
        </p:spPr>
        <p:txBody>
          <a:bodyPr tIns="54864" bIns="54864" wrap="square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256828"/>
            <a:ext cx="2926080" cy="325874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461916"/>
            <a:ext cx="2926080" cy="284856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575560"/>
            <a:ext cx="2926080" cy="262128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347423"/>
            <a:ext cx="2926080" cy="307755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903982"/>
            <a:ext cx="2926080" cy="19644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透過五感引導，帶領學員進入專注創作的流動狀態：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　色彩選擇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2、聽覺　音樂引導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3、嗅覺　精油輔助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4、心感　內在覺察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5、觸覺　觸感引領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actice_pai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966085"/>
            <a:ext cx="2926080" cy="184023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 lvl="0"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485527"/>
            <a:ext cx="2926080" cy="280134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1935480"/>
            <a:ext cx="2926080" cy="390144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201" y="1335024"/>
            <a:ext cx="2869885" cy="51023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《題宣州開元寺水閣》-杜牧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【1:營造出一種「物是人非」的蒼涼感】。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【2用「歌、哭」來寫人生，非常有張力，表現出生命在時間長河裡的渺小】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【3「千家雨」寫的是廣度，「一笛風」寫的是孤單。這種「以大襯小」的手法】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