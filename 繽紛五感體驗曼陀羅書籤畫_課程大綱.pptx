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2066543"/>
            <a:ext cx="7589520" cy="1828800"/>
          </a:xfrm>
        </p:spPr>
        <p:txBody>
          <a:bodyPr wrap="square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l">
              <a:lnSpc>
                <a:spcPct val="112000"/>
              </a:lnSpc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0" y="5632704"/>
            <a:ext cx="12191695" cy="786384"/>
          </a:xfrm>
        </p:spPr>
        <p:txBody>
          <a:bodyPr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48640"/>
            <a:ext cx="694944" cy="694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1353312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spc="300">
                <a:solidFill>
                  <a:srgbClr val="937740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865376"/>
            <a:ext cx="1554480" cy="41148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14800"/>
            <a:ext cx="6583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spc="200">
                <a:solidFill>
                  <a:srgbClr val="B0897A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318607" y="5468112"/>
            <a:ext cx="1554480" cy="45720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478881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32587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69817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072484"/>
            <a:ext cx="3273552" cy="3645719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01926"/>
            <a:ext cx="3273552" cy="318683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429065"/>
            <a:ext cx="3273552" cy="29325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796487"/>
            <a:ext cx="3273552" cy="21977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透過五感引導，帶領學員進入專注創作的流動狀態：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　色彩選擇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2、聽覺　音樂引導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3、嗅覺　精油輔助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4、心感　內在覺察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5、觸覺　觸感引領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actice_pai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865965"/>
            <a:ext cx="3273552" cy="20587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28341"/>
            <a:ext cx="3273552" cy="313400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19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46665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454" y="1371600"/>
            <a:ext cx="2839026" cy="504748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《題宣州開元寺水閣》-杜牧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【1:營造出一種「物是人非」的蒼涼感】。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【2用「歌、哭」來寫人生，非常有張力，表現出生命在時間長河裡的渺小】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【3「千家雨」寫的是廣度，「一笛風」寫的是孤單。這種「以大襯小」的手法】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