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2066543"/>
            <a:ext cx="7589520" cy="1828800"/>
          </a:xfrm>
        </p:spPr>
        <p:txBody>
          <a:bodyPr wrap="square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l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48640"/>
            <a:ext cx="694944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353312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865376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14800"/>
            <a:ext cx="6583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72484"/>
            <a:ext cx="3273552" cy="3645719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01926"/>
            <a:ext cx="3273552" cy="318683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429065"/>
            <a:ext cx="3273552" cy="29325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796487"/>
            <a:ext cx="3273552" cy="21977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1、視覺色彩選擇 2、聽覺音樂引導 3、嗅覺精油輔助 以及 4、心感的內在覺察 5、觸覺引領，帶領學員進入專注創作的流動狀態。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er_studio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5708" y="1371600"/>
            <a:ext cx="2330519" cy="504748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65965"/>
            <a:ext cx="3273552" cy="20587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28341"/>
            <a:ext cx="3273552" cy="313400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454" y="1371600"/>
            <a:ext cx="2839026" cy="504748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