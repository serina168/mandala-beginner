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image" Target="../media/image37.jpg"/><Relationship Id="rId4" Type="http://schemas.openxmlformats.org/officeDocument/2006/relationships/image" Target="../media/image3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png"/><Relationship Id="rId4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6.png"/><Relationship Id="rId4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6.png"/><Relationship Id="rId3" Type="http://schemas.openxmlformats.org/officeDocument/2006/relationships/image" Target="../media/image47.jpg"/><Relationship Id="rId4" Type="http://schemas.openxmlformats.org/officeDocument/2006/relationships/image" Target="../media/image3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8.jpg"/><Relationship Id="rId4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_cust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011680"/>
            <a:ext cx="12191695" cy="1828800"/>
          </a:xfrm>
        </p:spPr>
        <p:txBody>
          <a:bodyPr wrap="square">
            <a:no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ctr">
              <a:lnSpc>
                <a:spcPct val="112000"/>
              </a:lnSpc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0" y="5632704"/>
            <a:ext cx="12191695" cy="786384"/>
          </a:xfrm>
        </p:spPr>
        <p:txBody>
          <a:bodyPr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</p:txBody>
      </p:sp>
      <p:sp>
        <p:nvSpPr>
          <p:cNvPr id="5" name="TextBox 4"/>
          <p:cNvSpPr txBox="1"/>
          <p:nvPr/>
        </p:nvSpPr>
        <p:spPr>
          <a:xfrm>
            <a:off x="0" y="1298448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1" spc="300">
                <a:solidFill>
                  <a:srgbClr val="937740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318607" y="1792224"/>
            <a:ext cx="1554480" cy="41148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0" spc="200">
                <a:solidFill>
                  <a:srgbClr val="B0897A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318607" y="5468112"/>
            <a:ext cx="1554480" cy="45720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1478881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232587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941063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4032503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一、藝術輔療的定義、目標與專業角色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二、探討其在日常生活與各種場域的應用範圍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特別著重於如何透過藝術媒介促進每個人的情緒表達、認知刺激與社交互動。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三、曼陀羅從最初的「宗教宇宙觀」，演變為今日在身心調適、心理諮商中廣泛應用的「心靈自癒工具」。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69817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48640" y="1389888"/>
            <a:ext cx="8092440" cy="4992624"/>
          </a:xfrm>
          <a:noFill/>
          <a:ln>
            <a:noFill/>
          </a:ln>
          <a:effectLst/>
        </p:spPr>
        <p:txBody>
          <a:bodyPr tIns="54864" bIns="54864" wrap="square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2256828"/>
            <a:ext cx="2926080" cy="325874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2461916"/>
            <a:ext cx="2926080" cy="284856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529584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繪畫創作與曼陀羅的核心應用優點與實務做法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3621024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（1）認知刺激與大腦活化</a:t>
            </a:r>
            <a:endParaRPr lang="en-US" altLang="zh-TW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a、激活大腦神經：繪畫時挑選顏色、構圖、抓握畫筆，需要同時動用視覺、空間感與微細肌肉運動，能有效刺激大腦神經網絡。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b、維持專注與協調：透過結構化的繪畫活動（如曼陀羅著色、線條禪繞），能幫助每個人維持專注力與手眼協調能力。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（2）情緒支持與非言語溝通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a、突破語言的限制：許多情緒與感受難以用言語精確表達。繪畫提供非言語的溝通管道，讓人用色彩與線條表達內心感受與需求。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b、安定情緒、減少焦躁：專注於創作能帶來平靜，顯著降低焦慮、煩躁與低落情緒。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（3）連結記憶與自我認同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a、重塑生命故事：引導繪畫家鄉、童年或生命中重要的時刻（懷舊繪畫），能喚醒深層記憶。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b、重拾成就與掌控感：在畫紙上，每個人都能全權決定色彩與圖案，重新獲得成就感與自我價值。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（4）社交互動與減少孤獨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a、團體創作促進交流：透過集體繪畫或作品分享，能讓彼此互相欣賞、讚美，建立人際連結並降低孤獨感。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75560"/>
            <a:ext cx="2926080" cy="262128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lor_wheel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9872" y="1335024"/>
            <a:ext cx="2923983" cy="51023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529584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3621024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對某些人而言，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lor_wheel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248" y="1335024"/>
            <a:ext cx="2923983" cy="51023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透過五感引導，帶領學員進入專注創作的流動狀態：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1、視覺　色彩選擇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2、聽覺　音樂引導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3、嗅覺　精油輔助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4、心感　內在覺察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5、觸覺　觸感引領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學員將完成個人化的曼陀羅書籤作品，並學習如何將此技法應用於生活的各種情境中，提升身心安頓與生活福祉。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actice_pai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嗅覺是唯一不經過視丘、直接刺激大腦邊緣系統（情緒與記憶中心）的感官，能為每個人帶來立竿見影的效益。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對「自己」的好處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1、喚起生命記憶（懷舊療癒）：嗅覺能瞬間喚醒深層記憶。例如檜木或柑橘清香，能讓人聯想到森林或廚房的記憶，誘發繪畫創作的靈感與表達欲。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2、安定情緒、緩解焦躁：薰衣草、佛手柑等精油結合深呼吸，能激活副交感神經，有效緩解煩躁、不安與無故的焦慮。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3、提升呼吸順暢度與含氧量：透過尤加利或薄荷等精油進行呼吸引導，能擴張胸腔、促進血液循環，提升大腦的含氧與灌流。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4、非侵入性的溫和安撫：氣味引導不需要耗費體力，能提供最溫和、無壓力的撫慰與安全感，適合任何人、任何狀態。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2966085"/>
            <a:ext cx="2926080" cy="184023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 lvl="0"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對「身邊一同參與的人」的好處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1、即時抽離高壓、快速減壓：長期忙碌的人常處於慢性疲勞與神經緊繃。透過幾分鐘的精油深呼吸，能快速降低皮質醇（壓力荷爾蒙），讓大腦按下暫停鍵。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2、改善睡眠品質：壓力與煩惱常伴隨睡眠中斷。在夜間或休息時進行芳香呼吸，能引導大腦進入放鬆波，緩解神經性失眠與焦慮。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3、轉化負面情緒：生活中難免產生挫折與煩躁。柑橘類（如甜橙、葡萄柚）能帶來陽光般的能量，重塑正向情緒。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當大家「同時」身處在同一個和諧的香氣與呼吸引導中，原本各自緊繃的狀態會轉化為共同體驗的「陪伴」。這能營造一個高度安心的氛圍，非常適合在呼吸放鬆後，順暢地過渡到曼陀羅的繪畫創作中。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2485527"/>
            <a:ext cx="2926080" cy="280134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19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 ╴1、心感的內在覺察～能夠強烈且深刻地引發每個人與身邊夥伴彼此的內在覺察。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對「長期承擔、忙於照顧他人或工作的人」的內在覺察：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從「外在承擔」回到「自我陪伴」——這樣的人日常往往把焦點放在「別人需要什麼」，完全壓抑了自我。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覺察身體的緊繃：在精油呼吸引導的當下，氣味會把注意力從外界拉回自己身上。他們會在深呼吸中突然驚覺：「原來我的肩膀這麼緊、呼吸這麼淺。」進而覺察到自己累積已久的疲憊。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看見被壓抑的情緒：在隨後的曼陀羅繪畫中，可能會自發地畫出混亂的線條、或選用大面積的灰與黑。這面畫紙就像心靈的鏡子，讓人坦然面對並看見內心深處的挫折、憤怒或愧疚。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2、對「感到無力、失去掌控感的人」的內在覺察：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從「無能為力」到「找回內在價值」——許多人在壓力或低潮中，覺得失去了對生活的掌控與聲音。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喚醒沉睡的自我本質：當特定的植物香氣（如泥土香、草本香）刺激大腦情緒中心時，會瞬間連結到生命中最有活力的歲月。這能幫助人覺察到自己不只是被處境困住，而是一個擁有豐富生命故事的個體。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內在的聲音：難以用言語清楚表達的情緒，會透過色彩展現。當在曼陀羅中央填入強烈的紅色時，可能是在表達內在的痛楚或不滿；填入藍色時，可能代表渴望平靜。這個過程能讓人重新與自己的身體與心理感受產生連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1935480"/>
            <a:ext cx="2926080" cy="390144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3、彼此「共同」的覺察：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看見關係的質變——當大家並肩坐著，聞著同一股香氣、畫著各自的曼陀羅時，會觸發一種「平行共處」的奇妙體驗。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看見彼此都是獨立的靈魂：在作品完成後的分享（或靜默欣賞）中，往往會驚訝地發現：原來對方心裡還渴望著這樣的色彩，遠比我們以為的更立體。也能感受到彼此在畫紙上流露出的壓力與溫柔。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放下對立，轉為同理：這種不帶批判的藝術空間，能讓彼此同時覺察到：「我們都在各自的生活裡努力著。」原本的緊張或對立，會在此刻轉化為深度的生命共鳴與同理心。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146665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心理學上的藝術輔療以及科技領域中，它的意思如下：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Tactile（觸覺的）：指我們透過皮膚、手指、手掌去觸摸、按壓、感覺物體時的身體感官。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Feedback（反饋/回饋）：指物體接觸到我們身體後，回傳給大腦的信號與物理反應。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在藝術輔療情境中，它的意思是：當我們用手去接觸畫筆、紙張或顏料時，身體所得到的「真實觸感」與「物理抵抗力」。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，讓大腦知道「我正在做這件事」，進而產生安心感。用重複的蓋印章動作，這種簡單的觸感直接安撫了緊繃的神經。印上顏料時的厚實與變形，手掌感受到的壓力和反彈，讓人宣洩內心的力道與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簡單來說，Tactile Feedback 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6921" y="1335024"/>
            <a:ext cx="2869885" cy="51023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1、纏枝紋的「生命力」寓意——纏枝紋（又稱「萬壽藤」）的核心特徵是連綿不斷、循環往復。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循環與轉機：藤蔓無始無終的生長軌跡，寓意生命力的流轉與更新，與「生生不息、重獲生機」的祝福非常契合。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2、「瓶」與「平」的雙重祝福——梅瓶在民間工藝中本就有「平平安安」的諧音。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無論送給自己或所珍視的人，最美好的期盼莫過於「平安」。「瓶（平）」安與「纏枝（生生不息）」結合，構成了「平安健康、生命長青」的完整祝福。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《題宣州開元寺水閣》-杜牧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【1:營造出一種「物是人非」的蒼涼感】。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【2用「歌、哭」來寫人生，非常有張力，表現出生命在時間長河裡的渺小】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【3「千家雨」寫的是廣度，「一笛風」寫的是孤單。這種「以大襯小」的手法】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