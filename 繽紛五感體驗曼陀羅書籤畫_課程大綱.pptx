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6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72484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01926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29065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796487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65965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8341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2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1454" y="1371600"/>
            <a:ext cx="2839026" cy="504748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